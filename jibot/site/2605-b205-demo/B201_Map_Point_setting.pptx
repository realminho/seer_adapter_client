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6373-0E48-660C-062B-74A4D2AF8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239BC-EA45-6840-0A73-E0AA0F51D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52C71-14C1-A4B3-5330-3F2306C9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331BF-9667-906A-2158-7C923930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DAF9-7098-CCE8-206B-C5DF3753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7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2770-8460-81D4-C1FB-C4835B93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63B9-2ECB-EA56-D346-022FFD21B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AC1B2-035D-F82C-6C40-D2E39FF9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D8B19-780D-4B9E-C36D-043D842C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1AC1E-620F-BF34-1A00-281963C9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8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D292-22A4-F294-6772-A5B4140C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98F77-74F8-F544-7E62-8DC917BB8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4EDA-659B-4039-AA94-E6D2E337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5725-310F-DA13-B50A-777443DF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21A73-E955-E432-810B-8356F1CB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2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DFEF-87B1-C371-57D9-27162DF7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B4F7-5278-58DF-2DA7-3BDFB33E0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0D057-6C28-8CB2-BBD6-B454B53A5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51349-A755-8976-F192-298C0B15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FF3E6-2EA0-FD0A-E210-08CA6920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5890E-D5B1-C460-AF06-B9AAC004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9D39-F988-251F-41FE-880E4E0E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900A-3846-80DC-ADE7-0BD060CE0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D726A-70F7-312E-51C8-8B01DF222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97D62-A811-E33B-D408-548ACC089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90599-5CC4-5887-3A2E-C27E80EA7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2D7CA-DC64-1853-BF44-9C691CCA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B4CEB-7F5C-E7A7-E52C-B5EC8B05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6C602-233E-575A-F9C2-409492E5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7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1E12-DFD2-F790-1F69-0D48D679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B7A83-E6EC-8E7F-2A5C-9B6C16E6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93B3D-7F56-3C33-CABA-F4F5F829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915A3-0A30-45E3-9D2A-8CF4CE73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5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ED998-4823-E5CD-7917-D8CF35CE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BC206-E286-C7BF-A697-D5B38F1C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657A-4547-1509-BDEF-E2C9E49B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1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C77F-4DA1-7880-A076-D9DB248C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5535-5D3E-92F0-E02D-54D71FD8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CCBBC-027A-13BA-68C7-B9904B44E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D3FC1-B242-23A9-4CD0-60D541B6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F0168-3B2A-B889-EDB8-26AF26B6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E7AE5-8A7D-0AD6-4C24-55783DF0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B4BA-C641-536A-AEC7-7A7A1299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BF74D-8B65-91B5-D96D-F10961BA3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2BB-5202-75B6-FEFF-D7F948387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EA7AA-3B52-F841-689C-5B95902D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6B02C-DA61-FFEF-1BBE-9404B645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9E469-DFD4-4905-4A44-52630308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4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55A3-835A-EE9F-A10B-66F47E29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B1D6C-C5F9-7D42-0F19-FC57DFF68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90EF-10B1-3A21-F6AD-AD19E317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1DA59-F9FF-E028-1048-E6BAB282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E96D2-117D-E95F-4B4B-2C4F09DA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56AE0-419E-C121-66F0-5EF81D64A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592F4-3F97-F837-4FA5-86F5F0BFD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C2F48-CF0A-5C2F-5BE9-8638E1B4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7C3CA-98D2-401D-42DC-0EBE6467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13999-C0A3-FB44-CE64-2A1E8AA3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6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16BC2-5FDC-5071-E5A6-36ABD0DF3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9500D-6663-4778-A087-AFB72275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E2BB4-F354-183A-16BE-C3DE89AAF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757D0-9077-4692-8F57-1B28D39AC20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BA5AC-C1E7-A132-15CF-2BB19111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7B919-1BC1-9BC1-C3AC-6F351584F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A8D6A-0FDE-480A-8375-7DB822ED5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2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5CDC7E-47E6-1866-F741-9618488CA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207"/>
          <a:stretch>
            <a:fillRect/>
          </a:stretch>
        </p:blipFill>
        <p:spPr>
          <a:xfrm>
            <a:off x="1146865" y="1477805"/>
            <a:ext cx="10083853" cy="40428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97F69-55BC-4308-79D7-16DF3C5A1757}"/>
              </a:ext>
            </a:extLst>
          </p:cNvPr>
          <p:cNvSpPr txBox="1"/>
          <p:nvPr/>
        </p:nvSpPr>
        <p:spPr>
          <a:xfrm>
            <a:off x="2455780" y="1545163"/>
            <a:ext cx="859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F1_M01_030_S1IC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947A8-38F0-6FC4-8B37-0247BFB9A724}"/>
              </a:ext>
            </a:extLst>
          </p:cNvPr>
          <p:cNvSpPr txBox="1"/>
          <p:nvPr/>
        </p:nvSpPr>
        <p:spPr>
          <a:xfrm>
            <a:off x="3301603" y="1285675"/>
            <a:ext cx="64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F1_M01_041_S1CH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62A4B-FEB1-C291-7147-6FA2F0CBFF17}"/>
              </a:ext>
            </a:extLst>
          </p:cNvPr>
          <p:cNvSpPr txBox="1"/>
          <p:nvPr/>
        </p:nvSpPr>
        <p:spPr>
          <a:xfrm>
            <a:off x="1180763" y="1679754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D0C14-1CD3-286B-4658-E02030A65AF1}"/>
              </a:ext>
            </a:extLst>
          </p:cNvPr>
          <p:cNvSpPr txBox="1"/>
          <p:nvPr/>
        </p:nvSpPr>
        <p:spPr>
          <a:xfrm>
            <a:off x="1739023" y="4415924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F1_41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8186C-F9DA-D341-5E91-89FAB1F133F7}"/>
              </a:ext>
            </a:extLst>
          </p:cNvPr>
          <p:cNvSpPr txBox="1"/>
          <p:nvPr/>
        </p:nvSpPr>
        <p:spPr>
          <a:xfrm>
            <a:off x="1739023" y="3666743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F1_40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05EDD-AEFB-F765-89D0-83B154500624}"/>
              </a:ext>
            </a:extLst>
          </p:cNvPr>
          <p:cNvSpPr/>
          <p:nvPr/>
        </p:nvSpPr>
        <p:spPr>
          <a:xfrm>
            <a:off x="5067594" y="2033157"/>
            <a:ext cx="168250" cy="3072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2D85FF-86F5-286E-9C70-D6CC4B2C03BE}"/>
              </a:ext>
            </a:extLst>
          </p:cNvPr>
          <p:cNvCxnSpPr>
            <a:cxnSpLocks/>
          </p:cNvCxnSpPr>
          <p:nvPr/>
        </p:nvCxnSpPr>
        <p:spPr>
          <a:xfrm>
            <a:off x="1739023" y="2327345"/>
            <a:ext cx="835927" cy="14066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71D9F1-E310-F736-00A2-610C8ECD5317}"/>
              </a:ext>
            </a:extLst>
          </p:cNvPr>
          <p:cNvCxnSpPr>
            <a:cxnSpLocks/>
          </p:cNvCxnSpPr>
          <p:nvPr/>
        </p:nvCxnSpPr>
        <p:spPr>
          <a:xfrm flipV="1">
            <a:off x="2823977" y="2342405"/>
            <a:ext cx="0" cy="1366401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6ABFE5-6FE8-F2F8-FACB-94F548FC2252}"/>
              </a:ext>
            </a:extLst>
          </p:cNvPr>
          <p:cNvCxnSpPr>
            <a:cxnSpLocks/>
          </p:cNvCxnSpPr>
          <p:nvPr/>
        </p:nvCxnSpPr>
        <p:spPr>
          <a:xfrm flipH="1" flipV="1">
            <a:off x="1921146" y="2137504"/>
            <a:ext cx="752273" cy="6873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64C51B-F089-650C-3E8E-A6FE6C5F335C}"/>
              </a:ext>
            </a:extLst>
          </p:cNvPr>
          <p:cNvCxnSpPr>
            <a:cxnSpLocks/>
          </p:cNvCxnSpPr>
          <p:nvPr/>
        </p:nvCxnSpPr>
        <p:spPr>
          <a:xfrm flipH="1" flipV="1">
            <a:off x="3802364" y="2206701"/>
            <a:ext cx="1265230" cy="6873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A88F0E-B8EB-F40A-39B5-1BD0F6D13EE9}"/>
              </a:ext>
            </a:extLst>
          </p:cNvPr>
          <p:cNvCxnSpPr>
            <a:cxnSpLocks/>
          </p:cNvCxnSpPr>
          <p:nvPr/>
        </p:nvCxnSpPr>
        <p:spPr>
          <a:xfrm flipH="1" flipV="1">
            <a:off x="3036499" y="2195693"/>
            <a:ext cx="417004" cy="14444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1B24B6-8F09-BD46-497C-B5E9DE84140B}"/>
              </a:ext>
            </a:extLst>
          </p:cNvPr>
          <p:cNvCxnSpPr>
            <a:cxnSpLocks/>
          </p:cNvCxnSpPr>
          <p:nvPr/>
        </p:nvCxnSpPr>
        <p:spPr>
          <a:xfrm flipV="1">
            <a:off x="2692069" y="3943742"/>
            <a:ext cx="0" cy="472182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E3121DE-1BB5-A6AB-C8C5-A7281307AEF7}"/>
              </a:ext>
            </a:extLst>
          </p:cNvPr>
          <p:cNvSpPr/>
          <p:nvPr/>
        </p:nvSpPr>
        <p:spPr>
          <a:xfrm>
            <a:off x="4958104" y="3588925"/>
            <a:ext cx="1230688" cy="619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B20B3F-820A-C468-DA60-0B0F06FF8870}"/>
              </a:ext>
            </a:extLst>
          </p:cNvPr>
          <p:cNvSpPr/>
          <p:nvPr/>
        </p:nvSpPr>
        <p:spPr>
          <a:xfrm>
            <a:off x="4783666" y="3588306"/>
            <a:ext cx="164993" cy="619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10C0CE-8922-535F-3635-CDAA96B077BD}"/>
              </a:ext>
            </a:extLst>
          </p:cNvPr>
          <p:cNvSpPr/>
          <p:nvPr/>
        </p:nvSpPr>
        <p:spPr>
          <a:xfrm>
            <a:off x="6173779" y="3588924"/>
            <a:ext cx="164993" cy="619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11C26F-FCA8-4697-73C1-95266CD04AD9}"/>
              </a:ext>
            </a:extLst>
          </p:cNvPr>
          <p:cNvSpPr txBox="1"/>
          <p:nvPr/>
        </p:nvSpPr>
        <p:spPr>
          <a:xfrm>
            <a:off x="4948444" y="3176051"/>
            <a:ext cx="122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Air shower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6C3EC1-0E07-CCB5-A7B4-4A30F46614FB}"/>
              </a:ext>
            </a:extLst>
          </p:cNvPr>
          <p:cNvSpPr txBox="1"/>
          <p:nvPr/>
        </p:nvSpPr>
        <p:spPr>
          <a:xfrm>
            <a:off x="6096000" y="334282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Door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CB5204-FFF9-BE89-D930-8637320BB901}"/>
              </a:ext>
            </a:extLst>
          </p:cNvPr>
          <p:cNvSpPr txBox="1"/>
          <p:nvPr/>
        </p:nvSpPr>
        <p:spPr>
          <a:xfrm>
            <a:off x="4405652" y="3360717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Door 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AF3DBE-574B-2DF0-9794-61AA7AEA4691}"/>
              </a:ext>
            </a:extLst>
          </p:cNvPr>
          <p:cNvCxnSpPr>
            <a:cxnSpLocks/>
          </p:cNvCxnSpPr>
          <p:nvPr/>
        </p:nvCxnSpPr>
        <p:spPr>
          <a:xfrm>
            <a:off x="2855543" y="3832195"/>
            <a:ext cx="2335141" cy="86251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91C81E-6D58-3292-5DAB-A6520055247A}"/>
              </a:ext>
            </a:extLst>
          </p:cNvPr>
          <p:cNvCxnSpPr>
            <a:cxnSpLocks/>
          </p:cNvCxnSpPr>
          <p:nvPr/>
        </p:nvCxnSpPr>
        <p:spPr>
          <a:xfrm>
            <a:off x="5910682" y="3920909"/>
            <a:ext cx="1411185" cy="46778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4C76694-6830-E0FD-41ED-083088B28FD4}"/>
              </a:ext>
            </a:extLst>
          </p:cNvPr>
          <p:cNvSpPr txBox="1"/>
          <p:nvPr/>
        </p:nvSpPr>
        <p:spPr>
          <a:xfrm>
            <a:off x="6936265" y="5022560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11EA7B-8109-08B2-7A43-660E98493D7C}"/>
              </a:ext>
            </a:extLst>
          </p:cNvPr>
          <p:cNvSpPr txBox="1"/>
          <p:nvPr/>
        </p:nvSpPr>
        <p:spPr>
          <a:xfrm>
            <a:off x="7176828" y="3877906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F1_60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D3011E-BFD8-6A0F-AF41-6D54C019CA8F}"/>
              </a:ext>
            </a:extLst>
          </p:cNvPr>
          <p:cNvSpPr txBox="1"/>
          <p:nvPr/>
        </p:nvSpPr>
        <p:spPr>
          <a:xfrm>
            <a:off x="7080480" y="3055529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F1_61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CDD76D-FCED-C79F-BCEA-9685077F0FDD}"/>
              </a:ext>
            </a:extLst>
          </p:cNvPr>
          <p:cNvSpPr txBox="1"/>
          <p:nvPr/>
        </p:nvSpPr>
        <p:spPr>
          <a:xfrm>
            <a:off x="4979480" y="4201025"/>
            <a:ext cx="111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F1_50_AS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763992-0149-8C11-BB4D-C9E97B7B47AD}"/>
              </a:ext>
            </a:extLst>
          </p:cNvPr>
          <p:cNvSpPr txBox="1"/>
          <p:nvPr/>
        </p:nvSpPr>
        <p:spPr>
          <a:xfrm>
            <a:off x="8721797" y="5147013"/>
            <a:ext cx="1014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F2_M01_091_S2CH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362BD-4388-60F7-5425-3085B2AB914C}"/>
              </a:ext>
            </a:extLst>
          </p:cNvPr>
          <p:cNvSpPr txBox="1"/>
          <p:nvPr/>
        </p:nvSpPr>
        <p:spPr>
          <a:xfrm>
            <a:off x="7936043" y="5022560"/>
            <a:ext cx="82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F2_M01_090_S2IC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E3CF9A-778F-3AEA-79A3-7FC234A1F761}"/>
              </a:ext>
            </a:extLst>
          </p:cNvPr>
          <p:cNvCxnSpPr>
            <a:cxnSpLocks/>
          </p:cNvCxnSpPr>
          <p:nvPr/>
        </p:nvCxnSpPr>
        <p:spPr>
          <a:xfrm>
            <a:off x="7395667" y="3481325"/>
            <a:ext cx="42266" cy="393995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C5C593-845C-E9DA-606C-C8776BEC81CB}"/>
              </a:ext>
            </a:extLst>
          </p:cNvPr>
          <p:cNvCxnSpPr>
            <a:cxnSpLocks/>
          </p:cNvCxnSpPr>
          <p:nvPr/>
        </p:nvCxnSpPr>
        <p:spPr>
          <a:xfrm>
            <a:off x="7471789" y="4154905"/>
            <a:ext cx="821559" cy="58807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011986-EEA1-8714-8F72-B32A2F04C72D}"/>
              </a:ext>
            </a:extLst>
          </p:cNvPr>
          <p:cNvCxnSpPr>
            <a:cxnSpLocks/>
          </p:cNvCxnSpPr>
          <p:nvPr/>
        </p:nvCxnSpPr>
        <p:spPr>
          <a:xfrm flipH="1" flipV="1">
            <a:off x="7395667" y="4081882"/>
            <a:ext cx="21133" cy="661093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0803ABC-9D81-FD51-7220-2D758F324BEE}"/>
              </a:ext>
            </a:extLst>
          </p:cNvPr>
          <p:cNvCxnSpPr>
            <a:cxnSpLocks/>
          </p:cNvCxnSpPr>
          <p:nvPr/>
        </p:nvCxnSpPr>
        <p:spPr>
          <a:xfrm flipH="1">
            <a:off x="7522633" y="4936857"/>
            <a:ext cx="530152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455F04-AF4C-3A5D-C9D5-FD98433B06D7}"/>
              </a:ext>
            </a:extLst>
          </p:cNvPr>
          <p:cNvCxnSpPr>
            <a:cxnSpLocks/>
          </p:cNvCxnSpPr>
          <p:nvPr/>
        </p:nvCxnSpPr>
        <p:spPr>
          <a:xfrm>
            <a:off x="8347409" y="4907408"/>
            <a:ext cx="374388" cy="9800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C49BF6A-C1DF-A0D6-E2CC-4031025F4FB5}"/>
              </a:ext>
            </a:extLst>
          </p:cNvPr>
          <p:cNvSpPr/>
          <p:nvPr/>
        </p:nvSpPr>
        <p:spPr>
          <a:xfrm>
            <a:off x="9763377" y="4763589"/>
            <a:ext cx="168250" cy="3072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68B3F03-4E31-DCE9-DFAE-EE04E5A3754E}"/>
              </a:ext>
            </a:extLst>
          </p:cNvPr>
          <p:cNvCxnSpPr>
            <a:cxnSpLocks/>
          </p:cNvCxnSpPr>
          <p:nvPr/>
        </p:nvCxnSpPr>
        <p:spPr>
          <a:xfrm flipH="1">
            <a:off x="8991774" y="4936857"/>
            <a:ext cx="771603" cy="0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A0CAD1-00BB-6D55-9EBE-87F000739ABB}"/>
              </a:ext>
            </a:extLst>
          </p:cNvPr>
          <p:cNvSpPr txBox="1"/>
          <p:nvPr/>
        </p:nvSpPr>
        <p:spPr>
          <a:xfrm>
            <a:off x="2914864" y="1913114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D7AC87-FB96-0396-4C1B-801CE52F3606}"/>
              </a:ext>
            </a:extLst>
          </p:cNvPr>
          <p:cNvSpPr txBox="1"/>
          <p:nvPr/>
        </p:nvSpPr>
        <p:spPr>
          <a:xfrm>
            <a:off x="2007062" y="1867378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0561B3-6870-E372-D866-3829D9EE6BE4}"/>
              </a:ext>
            </a:extLst>
          </p:cNvPr>
          <p:cNvSpPr txBox="1"/>
          <p:nvPr/>
        </p:nvSpPr>
        <p:spPr>
          <a:xfrm>
            <a:off x="1974054" y="2866075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903702-04AD-3A9A-C1D2-9B9D2EB3D13A}"/>
              </a:ext>
            </a:extLst>
          </p:cNvPr>
          <p:cNvSpPr txBox="1"/>
          <p:nvPr/>
        </p:nvSpPr>
        <p:spPr>
          <a:xfrm>
            <a:off x="2620510" y="3031527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E6215E-88B8-0CC3-90B4-D79E0E390FD0}"/>
              </a:ext>
            </a:extLst>
          </p:cNvPr>
          <p:cNvSpPr txBox="1"/>
          <p:nvPr/>
        </p:nvSpPr>
        <p:spPr>
          <a:xfrm>
            <a:off x="2532315" y="4080594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F0FFA6-7F7F-81A4-1D6A-A582CE21CCC7}"/>
              </a:ext>
            </a:extLst>
          </p:cNvPr>
          <p:cNvSpPr txBox="1"/>
          <p:nvPr/>
        </p:nvSpPr>
        <p:spPr>
          <a:xfrm>
            <a:off x="3174075" y="3578657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3CCC56-904E-D0DC-9894-7167908025AB}"/>
              </a:ext>
            </a:extLst>
          </p:cNvPr>
          <p:cNvSpPr txBox="1"/>
          <p:nvPr/>
        </p:nvSpPr>
        <p:spPr>
          <a:xfrm>
            <a:off x="6355270" y="3678611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967AE1-6DDE-F220-622E-82C130FB7F20}"/>
              </a:ext>
            </a:extLst>
          </p:cNvPr>
          <p:cNvSpPr txBox="1"/>
          <p:nvPr/>
        </p:nvSpPr>
        <p:spPr>
          <a:xfrm>
            <a:off x="7244030" y="3526012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6F2D5D-DF49-BC9F-94EE-60B1A520AD63}"/>
              </a:ext>
            </a:extLst>
          </p:cNvPr>
          <p:cNvSpPr txBox="1"/>
          <p:nvPr/>
        </p:nvSpPr>
        <p:spPr>
          <a:xfrm>
            <a:off x="7001726" y="4339524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2EB6BF-4AFA-23A9-CB29-14B2B3E61040}"/>
              </a:ext>
            </a:extLst>
          </p:cNvPr>
          <p:cNvSpPr txBox="1"/>
          <p:nvPr/>
        </p:nvSpPr>
        <p:spPr>
          <a:xfrm>
            <a:off x="7703171" y="4240607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6B5060-F52E-F312-7A35-DA8B346CC563}"/>
              </a:ext>
            </a:extLst>
          </p:cNvPr>
          <p:cNvSpPr txBox="1"/>
          <p:nvPr/>
        </p:nvSpPr>
        <p:spPr>
          <a:xfrm>
            <a:off x="7543273" y="4990488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0138A1-4C90-39C2-342B-F63659D04212}"/>
              </a:ext>
            </a:extLst>
          </p:cNvPr>
          <p:cNvSpPr txBox="1"/>
          <p:nvPr/>
        </p:nvSpPr>
        <p:spPr>
          <a:xfrm>
            <a:off x="8219937" y="4481927"/>
            <a:ext cx="64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00FF00"/>
                </a:highlight>
              </a:rPr>
              <a:t>e12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070E05-99C2-1490-7247-B03ECE193970}"/>
              </a:ext>
            </a:extLst>
          </p:cNvPr>
          <p:cNvSpPr txBox="1"/>
          <p:nvPr/>
        </p:nvSpPr>
        <p:spPr>
          <a:xfrm>
            <a:off x="442384" y="330662"/>
            <a:ext cx="417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B201 Demo Map Points &amp; Routes Setting</a:t>
            </a:r>
          </a:p>
        </p:txBody>
      </p:sp>
    </p:spTree>
    <p:extLst>
      <p:ext uri="{BB962C8B-B14F-4D97-AF65-F5344CB8AC3E}">
        <p14:creationId xmlns:p14="http://schemas.microsoft.com/office/powerpoint/2010/main" val="397179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Khin Thida San</dc:creator>
  <cp:lastModifiedBy>Khin Thida San</cp:lastModifiedBy>
  <cp:revision>1</cp:revision>
  <dcterms:created xsi:type="dcterms:W3CDTF">2026-05-29T07:35:50Z</dcterms:created>
  <dcterms:modified xsi:type="dcterms:W3CDTF">2026-05-29T07:37:02Z</dcterms:modified>
</cp:coreProperties>
</file>